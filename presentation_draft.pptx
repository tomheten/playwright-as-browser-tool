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0737CE-F6A7-43E0-BAA2-AA94897F2DF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0D569C-172A-4F1A-9F45-00DE4B3A412B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42EE8D-EA0D-4BF9-B129-5133F6D653AC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2EA625-B5D1-4489-801B-97EBC120D331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91046C-6DB8-48EC-871F-86BD7E1CB875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AC60B6-9B4B-4F72-BE6E-49E5A04829C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8D62B3-A211-4EB6-B842-1DF1F6A8B35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9C8ABD-C3CC-4C63-9CBE-F913AFA7358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DED4B1-8056-447A-8F59-9ECBB46FBB5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23DC76-48F9-4523-A330-5F84725DCDD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D19552-BC65-4019-BE3A-05CDBD52E21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0EF187-C5F6-49B6-9DE0-7DA0EA98332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pic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00EDB9-2BF5-4276-94D3-F401745E9A44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github.com/Tomheten/playwright-as-browser-tool" TargetMode="External"/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 чем доклад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Playwright обычно используется в тестовом фреймворке.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Сегодня поговорим о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Playwright как библиотеке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Запуск вне тест-флоу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Подключение к уже запущенному браузеру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Сбор артефактов (трейсы, видео, логи)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RPC между Python и браузером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Перехват и мокирование трафика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Стандартный тест-флоу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3102120" y="1200240"/>
            <a:ext cx="2938680" cy="33940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Что такое CDP?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654120" y="1200240"/>
            <a:ext cx="3621600" cy="33940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275720" y="1200240"/>
            <a:ext cx="463968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Chrome DevTools Protocol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RPC-протокол общения с браузером.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Любой инструмент может управлять браузером через CDP.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Подключение к запущенному браузеру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3846600" y="1200240"/>
            <a:ext cx="1449720" cy="33940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Преимущества использования как библиотеки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Обход анти-бот защит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Сайт видит обычный пользовательский браузер - Нет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webdriver=true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и подозрительных флагов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Отладка сложных сценариев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Можно подключиться к любому моменту работы браузера - Исследовать состояние через CDP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Автоматизация рутины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Взаимодействие с внутренними админками - Парсинг данных из корпоративных систем - Сбор метрик и аналитики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Возможности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Сбор артефактов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Трейсы (DOM-снепшоты, timeline) - Видео (screencast) - Логи (console, network) - HAR (полный сетевой дамп)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RPC между Python и браузером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page.evaluate()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выполнение JS -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page.expose_function()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вызов Python из JS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Перехват и мокирование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page.route()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перехват запросов - Подмена ответов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Всем спасибо!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Репозиторий с примерами: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https://github.com/Tomheten/playwright-as-browser-tool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LibreOffice/26.8.1.1$Linux_X86_64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2026-10-19T09:12:47Z</dcterms:created>
  <dc:creator/>
  <dc:description/>
  <dc:language>en-US</dc:language>
  <cp:lastModifiedBy/>
  <dcterms:modified xsi:type="dcterms:W3CDTF">2026-10-19T12:35:43Z</dcterms:modified>
  <cp:revision>1</cp:revision>
  <dc:subject/>
  <dc:title/>
</cp:coreProperties>
</file>